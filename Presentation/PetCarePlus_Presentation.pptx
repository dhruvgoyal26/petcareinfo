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2036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4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280160" cy="12801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3152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6916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PetCare+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548640" y="2606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Pet Care at Your Fingertips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3154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 Native &amp; Expo Mobile Application for Dog &amp; Cat Owners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:Dhruv Agarwal(Student of DEI Technical College,2305804)</a:t>
            </a:r>
          </a:p>
        </p:txBody>
      </p:sp>
      <p:sp>
        <p:nvSpPr>
          <p:cNvPr id="10" name="Shape 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2809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 •  Expo  •  Expo Router  •  JSON Data  •  GPS Location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544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43200" cy="329184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7432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46304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" y="228600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Breed Knowledge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11480" y="283464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owners lack proper care information for specific breeds — diet, health risks, grooming, and exercise needs vary widely.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1280160"/>
            <a:ext cx="2743200" cy="329184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00400" y="1280160"/>
            <a:ext cx="27432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463040"/>
            <a:ext cx="731520" cy="731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0128" y="228600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Confusion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337560" y="283464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pet emergencies like poisoning, heat stroke, or breathing issues, owners panic and don't know immediate first-aid steps.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26480" y="1280160"/>
            <a:ext cx="2743200" cy="329184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126480" y="1280160"/>
            <a:ext cx="2743200" cy="7315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463040"/>
            <a:ext cx="731520" cy="7315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36208" y="228600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Find Vets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63640" y="283464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locating nearby veterinary clinics or pet hospitals in an emergency is difficult without a dedicated tool.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PetCare+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App.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Pet Care Needs.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PetCare+ is a mobile app built with React Native &amp; Expo that empowers pet owners with breed-specific care guides, emergency first-aid, and instant vet location search — all in one place.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64008" cy="7772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35331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57800" y="13533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 Search &amp; Care Info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0" y="214884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0" y="2148840"/>
            <a:ext cx="64008" cy="7772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31343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23134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First-Aid Steps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72000" y="310896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572000" y="3108960"/>
            <a:ext cx="64008" cy="7772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273552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57800" y="32735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Vet Locator (GPS)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572000" y="406908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572000" y="4069080"/>
            <a:ext cx="64008" cy="7772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4233672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57800" y="42336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Offline-Ready UI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544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4206240" cy="17830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420624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🐶 Dog Care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breed name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&amp; nutrition info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requirements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Grooming guide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health issues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206240" cy="17830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206240" cy="640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2344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🐱 Cat Care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64592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Breed-specific info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Indoor/outdoor lifestyle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&amp; health care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Grooming needs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tips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3154680"/>
            <a:ext cx="4206240" cy="17830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" y="3154680"/>
            <a:ext cx="4206240" cy="6400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246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Emergency Care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365760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Bleeding first-aid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Poisoning response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stroke steps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 problems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 guide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3154680"/>
            <a:ext cx="4206240" cy="17830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3154680"/>
            <a:ext cx="4206240" cy="6400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3246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Nearby Vet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365760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phone GPS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Google Maps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nearby clinics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navigation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real-time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12648" y="128016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12648" y="12801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554480" y="1709928"/>
            <a:ext cx="7315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2286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26974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launches PetCare+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128016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77440" y="12801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319272" y="1709928"/>
            <a:ext cx="7315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47672" y="2286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47672" y="26974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/ Cat / Emergency / Nearby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42232" y="128016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42232" y="12801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084064" y="1709928"/>
            <a:ext cx="7315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12464" y="2286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or Select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12464" y="26974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breed name or tap topic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07024" y="128016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07024" y="12801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6848856" y="1709928"/>
            <a:ext cx="7315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77256" y="2286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Info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77256" y="26974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reads JSON &amp; displays results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71816" y="128016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671816" y="12801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242048" y="2286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Vet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42048" y="26974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opens Google Maps with clinics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474720"/>
            <a:ext cx="3840480" cy="1371600"/>
          </a:xfrm>
          <a:prstGeom prst="rect">
            <a:avLst/>
          </a:prstGeom>
          <a:solidFill>
            <a:srgbClr val="E8F8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3474720"/>
            <a:ext cx="384048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35387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 Search Path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3931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breed → JSON filter → Results displayed with care details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37760" y="3474720"/>
            <a:ext cx="3840480" cy="1371600"/>
          </a:xfrm>
          <a:prstGeom prst="rect">
            <a:avLst/>
          </a:prstGeom>
          <a:solidFill>
            <a:srgbClr val="FFF3E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937760" y="3474720"/>
            <a:ext cx="3840480" cy="6400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74920" y="35387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Vet Path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74920" y="3931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Nearby → GPS fetched → Google Maps opens with vet clinics nearby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544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60520" cy="10972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73152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UI with JavaScript — cross-platform iOS &amp; Android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4160520" cy="10972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2984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development with Location API &amp; APK build tools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4160520" cy="10972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73152" cy="1097280"/>
          </a:xfrm>
          <a:prstGeom prst="rect">
            <a:avLst/>
          </a:prstGeom>
          <a:solidFill>
            <a:srgbClr val="5B2D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578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navigation between app screens seamlessly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10972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2468880"/>
            <a:ext cx="73152" cy="10972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2578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Data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2971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pet breed data stored locally — no database needed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4160520" cy="10972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749040"/>
            <a:ext cx="73152" cy="10972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Location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4251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Accesses device GPS to get user's current coordinates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3749040"/>
            <a:ext cx="4160520" cy="10972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9160" y="3749040"/>
            <a:ext cx="73152" cy="10972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38587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API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92040" y="4251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Google Maps with pre-filled vet search from the app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Coding Concepts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743200" cy="658368"/>
          </a:xfrm>
          <a:prstGeom prst="rect">
            <a:avLst/>
          </a:prstGeom>
          <a:solidFill>
            <a:srgbClr val="0544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Functional Components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46120" y="1188720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screens built as function-based React components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38528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938528"/>
            <a:ext cx="2743200" cy="658368"/>
          </a:xfrm>
          <a:prstGeom prst="rect">
            <a:avLst/>
          </a:prstGeom>
          <a:solidFill>
            <a:srgbClr val="0544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93852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1938528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search input and filtered breed results dynamically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688336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688336"/>
            <a:ext cx="2743200" cy="658368"/>
          </a:xfrm>
          <a:prstGeom prst="rect">
            <a:avLst/>
          </a:prstGeom>
          <a:solidFill>
            <a:srgbClr val="0544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68833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2688336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data and triggers actions when screen mounts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438144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438144"/>
            <a:ext cx="2743200" cy="658368"/>
          </a:xfrm>
          <a:prstGeom prst="rect">
            <a:avLst/>
          </a:prstGeom>
          <a:solidFill>
            <a:srgbClr val="0544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43814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46120" y="3438144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lists of breeds or emergency steps from arrays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187952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4187952"/>
            <a:ext cx="2743200" cy="658368"/>
          </a:xfrm>
          <a:prstGeom prst="rect">
            <a:avLst/>
          </a:prstGeom>
          <a:solidFill>
            <a:srgbClr val="0544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18795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46120" y="4187952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live breed search by matching user input to JSON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544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411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4114800" cy="3291840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use for all age groups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for breed care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breed search using filter()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cost — data stored locally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 in pet emergencies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dog &amp; cat breeds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4114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143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4114800" cy="329184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69164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number of breeds available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internet for Maps feature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replace a real veterinarian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login or profile system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572768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371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Animals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34440" y="18288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beyond dogs &amp; cats to include birds, rabbits, fish, and more.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118872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46320" y="150876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572768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1371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System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715000" y="18288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 to save favorite breeds, track pet health records.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28600" y="310896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65760" y="3429000"/>
            <a:ext cx="777240" cy="777240"/>
          </a:xfrm>
          <a:prstGeom prst="ellipse">
            <a:avLst/>
          </a:prstGeom>
          <a:solidFill>
            <a:srgbClr val="5B2D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493008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291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Vet Consultation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234440" y="37490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real veterinarians through in-app video or chat.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709160" y="310896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846320" y="3429000"/>
            <a:ext cx="777240" cy="7772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493008"/>
            <a:ext cx="640080" cy="6400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15000" y="3291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Suggestions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715000" y="37490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give personalized care tips based on pet profile &amp; symptoms.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4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7863840" cy="1463040"/>
          </a:xfrm>
          <a:prstGeom prst="rect">
            <a:avLst/>
          </a:prstGeom>
          <a:solidFill>
            <a:srgbClr val="02809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7589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PetCare+ is a React Native &amp; Expo mobile app that helps pet owners with breed-specific care information, emergency first-aid guidance, and nearby veterinary location services — using local JSON data and GPS.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2560320" cy="13716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2560320" cy="640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3246120"/>
            <a:ext cx="2560320" cy="13716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37560" y="3246120"/>
            <a:ext cx="2560320" cy="640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29000" y="3337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+ GPS Ready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246120"/>
            <a:ext cx="2560320" cy="13716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3246120"/>
            <a:ext cx="2560320" cy="640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3337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 Info + Emergency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2809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PetCare+  —  Smart Pet Care at Your Fingertips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654</Words>
  <Application>Microsoft Office PowerPoint</Application>
  <PresentationFormat>On-screen Show (16:9)</PresentationFormat>
  <Paragraphs>130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PetCare+ Project Presentation</dc:title>
  <dc:subject>PptxGenJS Presentation</dc:subject>
  <dc:creator>PptxGenJS</dc:creator>
  <cp:lastModifiedBy>Dhruv Agarwal</cp:lastModifiedBy>
  <cp:revision>2</cp:revision>
  <dcterms:created xsi:type="dcterms:W3CDTF">2026-04-07T14:30:33Z</dcterms:created>
  <dcterms:modified xsi:type="dcterms:W3CDTF">2026-04-07T14:36:23Z</dcterms:modified>
</cp:coreProperties>
</file>